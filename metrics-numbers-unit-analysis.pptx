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Frame the class: today we build the toolkit every science student needs — using numbers correctly, talking the same language as scientists worldwide, and doing conversions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is not just plugging numbers into formulas. Every problem tells a story about what nature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digits looks impressive but isn't automatically better. Match the number of digits you write to what your tool actually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significant digits or simply round to a sensible place (thousandths, hundredths).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'E' is not part of the number. It stands for '× 10^'.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counting zeros, use prefixes (KHDUdcm) or scientific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= Système International. These four units are what every scientist in the world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rung is a factor of 10. Moving between prefixes is just moving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factors ALWAYS equal 1. That's why you can multiply by them freely without changing the true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sses-list.github.io/middle-school/msp-metrics-problem-sets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Numbers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scientist speaks.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the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of Science and Engineering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Science, Really?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a systematic process of questioning, understanding, and explaining the natural world through observation, experimentation, and analysis, guided by logical reasoning.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486400" cy="251460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459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More Than Math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the study of how nature works. It's full of concepts — motion, energy, forces, waves — and we describe those concepts through math and numbers.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486400" cy="251460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114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the Same Coin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846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BOTH: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Qualitative — the concepts and stories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Quantitative — the math and numbers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 to really understand.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DECIMALS ISN'T ALWAYS BETTER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Precision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most precise?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 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 figs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 figs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4380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 figs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552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.2078795764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55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sig figs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catch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only as precise as the tool that measured it. Writing .2078795764 when your ruler shows tenths is FALSE PRECISION.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NUMBERS IN YOUR CALCULATOR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#1 — Too Many Decimals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.2078795764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this down.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.208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to thousandths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your data's precision.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MEANS × 10 TO THE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#2 — Scientific Notation on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Shows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4.587E4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even mean?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'4.587E4' as your answer.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Two 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4.587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45,870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DEAL WITH WILD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Atoms to Universes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 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Oʻahu → Big Island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.00000003 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a mosquito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TWO DIRECTIONS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Notation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Exponent = BIG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300,000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5 places to the RIGHT.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30 → 300 → 3,000 → 30,000 → 300,000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'the number of zeros to add.'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Exponent = TINY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.00000003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8 places to the LEFT.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.3 → .03 → ... → .00000003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'number of decimal shifts.'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 Units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452628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= Système International d'Unités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English: the International System of Units — the modern metric system used by scientists, engineers, and most countries worldwide.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 NEED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 Base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kilogram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kg 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m 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4688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L 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04120" y="246888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897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89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 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SPEAKS ONE LANGUAGE OF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Metric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~195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officially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metric system: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 United States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🇱🇷  Liberia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🇲🇲  Myanmar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across every continent share data, compare results, and check each other's work. That only works if we all use the same system.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system is SI (metric). If you want to talk science, you talk metric.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OF 10 MAKE EVERYTHING EASY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Ladder — KHDUdcm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Henry Doesn't Usually Drink Chocolate Milk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377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9776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FF8E1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5778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/ m / 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1780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778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78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78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×0.001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larger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Convert Metric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centimeters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KHDUdcm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H D U d c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starting prefix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…c…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target prefix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…U… (m)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949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spaces + direction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places LEFT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decimal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→ 5.00 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works for units that are NOT squared or cubed.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DECIMAL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500 cm → 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cm  =  ?  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12064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49808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6868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8755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953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 places LEFT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0" y="548640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 cm  →  5.00 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Try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km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 L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mL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BEHIND UNIT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'One' — But Cleverly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÷ Itself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= 1 hour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min) ÷ (1 hour) 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hour) ÷ (60 min)   =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1 doesn't change the value — but it CAN change the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2 hours = ?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× (60 min / 1 hour)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60 min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'hours' cancel; the 'minutes' stay.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MAKE IT FOOLPROOF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Setting Up Conversions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what you have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UNITS. 'Just numbers' is a recipe for errors.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unit factors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factor is a fraction with equal values in different units (1 cm = 10 mm).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factors as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version where the unwanted unit cancels. Cross it out, then move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UNIT FACTORS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There's No Direct Equality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centimeters are in 1 mile?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equalities:  1 inch = 2.54 cm  •  1609 m = 1 mile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→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KHDUdcm)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= 0.01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factor)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1609 m = 1 mile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chain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× 1609 m/mile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 cm/m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160,900 cm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 —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Conversions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the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KHDUdcm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starting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target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Count spaces + direction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Move the decimal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single-unit metric jumps (m → km, mg → 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 Method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what you have (with units!)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an equality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unit factors (top or bottom)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Multiply so unwanted units cancel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Multiply tops, divide bottoms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final answer with units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conversion (metric or not, squared/cubed)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Problem Sets #1 &amp; #2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760720" y="3246120"/>
            <a:ext cx="91440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homework in your notebook. Show ALL work — you will be expected to solve the problems on the whiteboard in class. Box or circle your final answer with units.</a:t>
            </a:r>
            <a:endParaRPr lang="en-US" sz="1700" dirty="0"/>
          </a:p>
        </p:txBody>
      </p:sp>
      <p:sp>
        <p:nvSpPr>
          <p:cNvPr id="6" name="Shape 4">
            <a:hlinkClick r:id="rId1" tooltip="Open the Problem Sets page"/>
          </p:cNvPr>
          <p:cNvSpPr/>
          <p:nvPr/>
        </p:nvSpPr>
        <p:spPr>
          <a:xfrm>
            <a:off x="3566160" y="4892040"/>
            <a:ext cx="5120640" cy="914400"/>
          </a:xfrm>
          <a:prstGeom prst="roundRect">
            <a:avLst>
              <a:gd name="adj" fmla="val 14000"/>
            </a:avLst>
          </a:prstGeom>
          <a:solidFill>
            <a:srgbClr val="FFC107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Homework Problem Sets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2026-08-06T16:03:29Z</dcterms:created>
  <dcterms:modified xsi:type="dcterms:W3CDTF">2026-08-06T16:03:29Z</dcterms:modified>
</cp:coreProperties>
</file>
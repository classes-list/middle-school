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194560"/>
            <a:ext cx="822960" cy="137160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423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FOUNDATIONS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your results by turning data into a graph.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Graphs?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WE'LL ANSWER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Goals for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a Graph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29260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 table → graph.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Labels, axes, type of graph, and how to plot correctly.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201168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39496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Describe a Graph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63440" y="3017520"/>
            <a:ext cx="29260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vocabulary: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linear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non-linear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exponential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657600" cy="411480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2286000"/>
            <a:ext cx="640080" cy="6400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 a Graph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0" y="3017520"/>
            <a:ext cx="29260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RELATIONSHIP: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proportional / inversely proportional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positive / negative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 the SLOPE means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TELL A 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Graphs?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 — DIFFERENT LEVELS OF DETAIL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a Data Table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27432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429000" y="1965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429000" y="2331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roles</a:t>
            </a:r>
            <a:endParaRPr lang="en-US" sz="10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2743200"/>
          <a:ext cx="27432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309360" y="1965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309360" y="2331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units</a:t>
            </a:r>
            <a:endParaRPr lang="en-US" sz="10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743200"/>
          <a:ext cx="27432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9189720" y="1965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9189720" y="2331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</a:t>
            </a:r>
            <a:endParaRPr lang="en-US" sz="100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89720" y="2743200"/>
          <a:ext cx="27432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1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FFF8E1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GENERAL         labels get more descriptive as you move right         SPECIFIC →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Graphs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JOB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Common Graph Types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IN SCIENCE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X-Y Scatter Plot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a RELATIONSHIP between two continuous variables.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X-axis → Independent Variable (what you change)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Y-axis → Dependent Variable (what you measure)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your science-lab graphs will be this type.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PLOT the dots, don't connect them.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If the pattern is linear or exponential, add a TRENDLINE — the average of your data.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Never draw a zig-zag from dot to dot; that hides the trend.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THERE'S NO RELATIONSHIP — JUST CATEGORIES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Bar/Column and Pie Charts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 / Column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two or more different groups.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 NOT show change over time. No relationship.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= horizontal, Column = vertical. Length of the bar = the value it represents.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Pie Chart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parts of a WHOLE.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 NOT show change over time. No relationship.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slice = its share of 100%.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= YES, BAR/PIE = 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Is the Relationship Shown?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Interpreting a Scatter Plot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EVERY SCATTER PLOT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to Ask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19456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4688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92024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29768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or NON-LINEAR?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219456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0" y="24688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0" y="35661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429768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or NEGATIVE relationship?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0" y="2194560"/>
            <a:ext cx="3657600" cy="3931920"/>
          </a:xfrm>
          <a:prstGeom prst="roundRect">
            <a:avLst>
              <a:gd name="adj" fmla="val 37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24688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0" y="2468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12480" y="35661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Proportion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03920" y="429768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PROPORTIONAL, DIRECTLY PROPORTIONAL, or INVERSELY PROPORTIONAL?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LINE = CONSTANT SLOPE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Linear vs. Non-Linear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WAY DOES Y GO AS X GROWS?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vs. Negative Relationship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FLAVORS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Proportionality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WHOLE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Non-Linear Patterns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BY HUGE FACTORS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Exponential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— Read These Graphs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QUICK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Each Graph, Answer: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860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288036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/ non-linear / exponential?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7498080" y="2377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0" y="288036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or negative?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4348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434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828800" y="4526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28800" y="502920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Proportional, directly proportional, or inversely?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4160520"/>
            <a:ext cx="5486400" cy="1965960"/>
          </a:xfrm>
          <a:prstGeom prst="roundRect">
            <a:avLst>
              <a:gd name="adj" fmla="val 55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46520" y="44348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4434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7498080" y="45262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2920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'As X increases, Y ________'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SHAPE? DIRECTION? PROPORTION? STORY?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SHAPE? DIRECTION? PROPORTION? STORY?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SHAPE? DIRECTION? PROPORTION? STORY?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SHAPE? DIRECTION? PROPORTION? STORY?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4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SHAPE? DIRECTION? PROPORTION? STORY?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 5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Your Own Graph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ORDER, EVERY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Steps to a Great Graph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a data table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8346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labelled columns.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394960" y="2331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graph type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394960" y="28346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/ bar / pie?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201168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235440" y="2331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the data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35440" y="28346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connect the dots.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43434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554480" y="4434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trendline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54480" y="493776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linear or exponential.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89120" y="41148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43434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5394960" y="4434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 the graph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394960" y="493776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'DV vs. IV'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114800"/>
            <a:ext cx="3657600" cy="192024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12480" y="43434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9235440" y="4434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 the axes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235440" y="493776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units + scale.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CLASS VS. SCIENCE CLASS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Table Format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 AND AXES DONE RIGHT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Labeling Your Scatter Plot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Title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RELATIONSHIP: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relationship between DV (y-axis) and IV (x-axis)"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'The relationship between distance travelled and time.'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axis needs THREE things: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 (temperature, time, mass…)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UNITS (°C, seconds, grams)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SCALE (the numbers)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any one = ambiguous graph.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CONNECT THE DOTS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Trendline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RELATIONSHIP — DESCRIBE THE COMPARISON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Labeling Bar &amp; Pie Charts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Title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what's being compared.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call it a relationship.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'Comparison' — e.g. 'Comparison of energy sources in 2024.'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name="adj" fmla="val 3333"/>
            </a:avLst>
          </a:prstGeom>
          <a:solidFill>
            <a:srgbClr val="F7F9FC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Chart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Bar/Column: label the axes.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Pie: label each slice with its % share.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use color to encode categories, add a KEY.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— Google Sheets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PROPORTIONAL: F = 100 × 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1 — Spring Force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OF A WHOLE → PIE CHART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2 — Class Birthdays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CATEGORIES → BAR/COLUMN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3 — Cars at the Rental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/>
        </p:spPr>
      </p:sp>
      <p:pic>
        <p:nvPicPr>
          <p:cNvPr id="5" name="Image 0" descr="orig_slides/s-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8655" y="1874520"/>
            <a:ext cx="5911642" cy="4434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 Lab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548640" y="4297680"/>
            <a:ext cx="640080" cy="73152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26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on Google Classroom.  Due next class meeting.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forget to click TURN IN.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2026-07-11T21:06:20Z</dcterms:created>
  <dcterms:modified xsi:type="dcterms:W3CDTF">2026-07-11T21:06:20Z</dcterms:modified>
</cp:coreProperties>
</file>
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Every measurement has some error. Today: where error comes from, how to describe it (precision vs. accuracy), and how to report it honestly (percent error).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we always repeat and always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trendline runs right through the middle of the scattered points — that IS the average of all your trials.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mistake: using 'precise' and 'accurate' interchangeably. They're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classic diagram. Precision is about clustering; accuracy is about hitting the yellow bullseye. Great data lands in the top-left.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 isn't just about tools — it's about HOW you use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Whale is actually MORE ACCURATE than the cat, even though the whale's error looks huge. Percent error lets us compare across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raisins lab — a fast way to feel percent error in your hands.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94560"/>
            <a:ext cx="822960" cy="1371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423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FOUNDATIONS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is my data?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Error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From?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GETS YOU CLOSER TO THE TRUTH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Repeat Experiments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↕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Trials Are High, Some Are 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measurement is a guess. Repeat it, and some trials come out a bit high, others a bit low.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HIGHS and LOWS cancel each other out when you AVERAGE them — which brings you close to the true value.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Trendline IS the Average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plot your repeated trials on a graph, the trendline shows the average pattern — it's what you'd expect if random error had cancelled itself out.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trials → tighter average → better estimate of truth.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Error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HIGHS CANCEL LOWS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Trendline IS the Average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pic>
        <p:nvPicPr>
          <p:cNvPr id="5" name="Image 0" descr="Trendlin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2676" y="1874520"/>
            <a:ext cx="5943600" cy="4407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Error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MISTAKE COMES FROM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Sources of Error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88036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time, eyesight, technique, mood.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94960" y="2331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Tools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94960" y="288036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ruler, scale, or timer has a limit.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235440" y="2331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Manipulation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5440" y="288036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Nudging or moving the setup while measuring.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68880" y="420624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4434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474720" y="4526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influences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74720" y="507492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A/C, drafts, vibrations, temperature drift.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420624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4434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315200" y="4526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design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0" y="507492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controls or too many variables changing.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Error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vs. Accuracy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MEAN VERY DIFFERENT THINGS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Words That Sound Alike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your repeated measurements are to EACH OTHER.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spot precision problems DURING the experiment — if one trial is way off, just repeat 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your data is to the EXPECTED (true) value.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the target.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only calculate accuracy AFTER the experiment — using percent error.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Error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YOUR DATA CAN LAND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Bullseye Test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pic>
        <p:nvPicPr>
          <p:cNvPr id="5" name="Image 0" descr="Precision-Accuracy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08076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920240"/>
            <a:ext cx="4663440" cy="96012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86600" y="20116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Top-Left  ✓✓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86600" y="23774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AND accurate — the goal.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949440" y="3017520"/>
            <a:ext cx="4663440" cy="96012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31089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Top-Right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86600" y="34747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but off-target — systematic error (bad calibration).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49440" y="4114800"/>
            <a:ext cx="4663440" cy="96012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4206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Bottom-Left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86600" y="45720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on average, but noisy — reproducibility error.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49440" y="5212080"/>
            <a:ext cx="4663440" cy="96012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86600" y="53035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Bottom-Right ✗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086600" y="56692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— go home and start over.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Error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DATA AS IT COMES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— Spot the Outlier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for a runner to finish a race (seconds):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743200" cy="2468880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2560320"/>
            <a:ext cx="2743200" cy="2468880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s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2900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560320"/>
            <a:ext cx="2743200" cy="2468880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s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30936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89720" y="2560320"/>
            <a:ext cx="2743200" cy="2468880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89720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s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918972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27 s is obviously wrong. Repeat that trial — don't average bad data in.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Error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TOOL, BETTER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Matters Too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room length with meter sticks — which is more precise?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486400" cy="3657600"/>
          </a:xfrm>
          <a:prstGeom prst="roundRect">
            <a:avLst>
              <a:gd name="adj" fmla="val 3750"/>
            </a:avLst>
          </a:prstGeom>
          <a:solidFill>
            <a:srgbClr val="FEE2E2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 Sticks END-to-END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AIR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Wobble. Shake. Gaps. Bad joints.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errors on every seam add up.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486400" cy="3657600"/>
          </a:xfrm>
          <a:prstGeom prst="roundRect">
            <a:avLst>
              <a:gd name="adj" fmla="val 3750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6517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 Sticks END-to-END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FLOOR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0" y="39319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Sticks stay flat. Seams are tight.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— much more precise.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Error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 Error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|MEASURED − ACTUAL|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Error Formula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1064240" cy="1463040"/>
          </a:xfrm>
          <a:prstGeom prst="roundRect">
            <a:avLst>
              <a:gd name="adj" fmla="val 9375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 =  | measured − actual |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486400" cy="2468880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45920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Absolute Value?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7548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vertical bars | | make the result POSITIVE, whether you measured too high or too low.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just tells us HOW FAR OFF — never a negative distance.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749040"/>
            <a:ext cx="5486400" cy="2468880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4023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315200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Units As Original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47548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is in the SAME units as your measurement.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175,000 kg vs. actual 180,000 kg → Error = 5,000 kg.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Error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WHALE-AND-CAT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Isn't Error Enough?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🐋  A Blue Whale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mass: 180,000 kg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measure: 175,000 kg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= 5,000 kg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HUGE!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80160" y="502920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50292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Error = 2.8%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🐈  A House Cat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mass: 8 kg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measure: 7 kg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657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= 1 kg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TINY!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49440" y="502920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50292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Error = 12.5%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Error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COMPARE ERRORS FAIRLY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Percent Error Formula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1064240" cy="1737360"/>
          </a:xfrm>
          <a:prstGeom prst="roundRect">
            <a:avLst>
              <a:gd name="adj" fmla="val 7895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Error  =  |measured − actual|  ÷  actual  × 100%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11064240" cy="2103120"/>
          </a:xfrm>
          <a:prstGeom prst="roundRect">
            <a:avLst>
              <a:gd name="adj" fmla="val 6522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233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closer your percent error is to 0,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i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more ACCURATE your data.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Error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ALL MEAN THE SAME THING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You'll See This Formula In Different 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3657600" cy="384048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 measured − actual |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3794760"/>
            <a:ext cx="2560320" cy="36576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86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100%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257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units,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add a 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194560"/>
            <a:ext cx="3657600" cy="384048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TEXTBOOKS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 experimental − accepted |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3794760"/>
            <a:ext cx="2560320" cy="36576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3886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100%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0" y="5257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units,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add a 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2194560"/>
            <a:ext cx="3657600" cy="384048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JOURNALS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 observed − true |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778240" y="3794760"/>
            <a:ext cx="2560320" cy="36576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3886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100%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12480" y="5257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units,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add a 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Error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4 STEPS EVERY 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Density of Water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measure water's density as 0.96 g/mL. The actual value is 1.00 g/mL. Find the error and percent error.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3291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= 1.00 g/mL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= 0.96 g/mL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310896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3291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42900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44805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|1.00 − 0.96|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0.04 g/mL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10896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0920" y="3291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30936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ERROR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44805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(0.04 ÷ 1.00) × 100%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89720" y="310896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41280" y="3291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897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72600" y="44805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error — pretty good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middle-school lab.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Error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ESTIMATE. COUNT. COMPARE.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Counting Raisins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8803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raisins do you think are in the box?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498080" y="2377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0" y="28803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them out. Count the actual number.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4348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828800" y="4526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ERROR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50292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= |measured − actual|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416052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4348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7498080" y="4526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% ERROR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0" y="50292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Error = |measured − actual| ÷ actual × 100%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Error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Error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Set #1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on Google Classroom.  Due next class meeting.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identify measured, actual, error, and % error — with units.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2026-07-12T18:52:05Z</dcterms:created>
  <dcterms:modified xsi:type="dcterms:W3CDTF">2026-07-12T18:52:05Z</dcterms:modified>
</cp:coreProperties>
</file>